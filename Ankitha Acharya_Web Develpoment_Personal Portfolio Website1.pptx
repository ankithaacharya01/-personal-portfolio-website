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311" autoAdjust="0"/>
  </p:normalViewPr>
  <p:slideViewPr>
    <p:cSldViewPr snapToGrid="0">
      <p:cViewPr varScale="1">
        <p:scale>
          <a:sx n="58" d="100"/>
          <a:sy n="58" d="100"/>
        </p:scale>
        <p:origin x="9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103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087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969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841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26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58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21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74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EC11CA0-D0C7-4308-9258-299A655FC28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51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21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1CA0-D0C7-4308-9258-299A655FC28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96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11CA0-D0C7-4308-9258-299A655FC28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E2FCDDF-BF7A-461B-AF5F-163FC73792A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218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hyperlink" Target="index.html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461B7-3DA2-7A98-B994-8A05DBE68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59272"/>
            <a:ext cx="12192000" cy="1611086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0578C-1AAE-08BD-57F9-3BDBDB0BD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6038" y="1609905"/>
            <a:ext cx="10399923" cy="80698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BANGALORE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FE252-6065-5413-D1D5-F1EECFF05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303" y="278334"/>
            <a:ext cx="2577947" cy="6276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ECCE98-006A-04A4-7184-6ACE6A0D1345}"/>
              </a:ext>
            </a:extLst>
          </p:cNvPr>
          <p:cNvSpPr txBox="1"/>
          <p:nvPr/>
        </p:nvSpPr>
        <p:spPr>
          <a:xfrm>
            <a:off x="1867359" y="3674281"/>
            <a:ext cx="8648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 </a:t>
            </a:r>
          </a:p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Portfolio Website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5B0AB-CBEE-458A-D290-122BE846D7AF}"/>
              </a:ext>
            </a:extLst>
          </p:cNvPr>
          <p:cNvSpPr txBox="1"/>
          <p:nvPr/>
        </p:nvSpPr>
        <p:spPr>
          <a:xfrm>
            <a:off x="1619479" y="5298673"/>
            <a:ext cx="435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Ankitha Acharya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TG02WD0265)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F9F36E-9421-FD51-FAF9-E08656DD0658}"/>
              </a:ext>
            </a:extLst>
          </p:cNvPr>
          <p:cNvSpPr txBox="1"/>
          <p:nvPr/>
        </p:nvSpPr>
        <p:spPr>
          <a:xfrm>
            <a:off x="8637224" y="5248095"/>
            <a:ext cx="24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Guide:Mr.Likhith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73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DAA1-A46C-5B1C-B7C3-93A00EBA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EEE5F-EA26-DE00-93CF-19503675B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portfolio website to showcase skills, projects, and achievements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with a clean and responsive layout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 across different devices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my learning journey and growth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practical experience in web development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professional platform for opportunities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87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C282-F33A-A4B4-BE7F-5A4F7231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BB5047-64E5-1E4A-959B-5084FF4E92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614739"/>
            <a:ext cx="10877216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personal portfolio website to showcase my skills, projects, and achievements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build a strong online professional presence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with a simple, clean, and user-friendly interface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sections like profile, skills, projects, and contact details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modern web technologies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responsive design for all devices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Reflects my learning journey and supports career opportunities </a:t>
            </a:r>
          </a:p>
        </p:txBody>
      </p:sp>
    </p:spTree>
    <p:extLst>
      <p:ext uri="{BB962C8B-B14F-4D97-AF65-F5344CB8AC3E}">
        <p14:creationId xmlns:p14="http://schemas.microsoft.com/office/powerpoint/2010/main" val="658897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D168-9E29-4E93-284E-307DEF026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9886A9-E52B-4435-A43D-885E3B4D5BCD}"/>
              </a:ext>
            </a:extLst>
          </p:cNvPr>
          <p:cNvSpPr txBox="1"/>
          <p:nvPr/>
        </p:nvSpPr>
        <p:spPr>
          <a:xfrm>
            <a:off x="1451579" y="2069850"/>
            <a:ext cx="10025743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create a personal portfolio website that effectively showcases my skills, projects, and achievements. It aims to provide a clean, user-friendly, and responsive platform to present my work professionally and support future career opportunities</a:t>
            </a:r>
          </a:p>
        </p:txBody>
      </p:sp>
    </p:spTree>
    <p:extLst>
      <p:ext uri="{BB962C8B-B14F-4D97-AF65-F5344CB8AC3E}">
        <p14:creationId xmlns:p14="http://schemas.microsoft.com/office/powerpoint/2010/main" val="4226434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9F0F5-406B-A095-1DE8-170AA9D4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8AB5FC-5E50-72A1-3212-FCF45E81D9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654291"/>
            <a:ext cx="11029615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platform to showcase skills and projects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presenting achievements in a professional way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online visibility for career opportunities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organization of personal and technical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responsive and user-friendly portfolio website </a:t>
            </a:r>
          </a:p>
        </p:txBody>
      </p:sp>
    </p:spTree>
    <p:extLst>
      <p:ext uri="{BB962C8B-B14F-4D97-AF65-F5344CB8AC3E}">
        <p14:creationId xmlns:p14="http://schemas.microsoft.com/office/powerpoint/2010/main" val="1178932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1CDF-9E45-DEA8-7F92-D298878A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1844DF-CCA2-47AE-EDAB-260F3C4091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853754"/>
            <a:ext cx="9825551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Showcase skills and projects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 information clearly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responsive design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content updates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future enhancements </a:t>
            </a:r>
          </a:p>
        </p:txBody>
      </p:sp>
    </p:spTree>
    <p:extLst>
      <p:ext uri="{BB962C8B-B14F-4D97-AF65-F5344CB8AC3E}">
        <p14:creationId xmlns:p14="http://schemas.microsoft.com/office/powerpoint/2010/main" val="668521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EE91-6CE3-B100-042E-A5FC3A672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34EF6-BFAC-9CCC-371F-18F1E5FCA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77143"/>
            <a:ext cx="10018713" cy="31242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the structure and content of the portfolio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clean and user-friendly interface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the website using HTML, CSS, and JavaScript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different sections like skills, projects, and contact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for responsiveness and performance across devices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improvements based on testing results 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867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EA74-173D-EA11-4502-E626BFA4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2D4BA9-6746-CFC7-CB6A-A234E47845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735595"/>
            <a:ext cx="7910062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personal data (skills, projects, achievements)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HTML, CSS, JavaScript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on different browsers and devices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responsiveness and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using Netlify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Verified all features and functionality </a:t>
            </a:r>
          </a:p>
        </p:txBody>
      </p:sp>
    </p:spTree>
    <p:extLst>
      <p:ext uri="{BB962C8B-B14F-4D97-AF65-F5344CB8AC3E}">
        <p14:creationId xmlns:p14="http://schemas.microsoft.com/office/powerpoint/2010/main" val="822801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9632-C060-CFD6-AC3A-E6955E277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/ FINDINGS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1441F3-2BC4-EE54-2ED6-EA1A2DE18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1794674"/>
            <a:ext cx="10018713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website is fully responsive across devices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and simple design improves user experience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 enables quick access to content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Well-structured layout enhances readability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Website performs smoothly with fast loading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Effectively showcases skills and projects </a:t>
            </a:r>
          </a:p>
        </p:txBody>
      </p:sp>
    </p:spTree>
    <p:extLst>
      <p:ext uri="{BB962C8B-B14F-4D97-AF65-F5344CB8AC3E}">
        <p14:creationId xmlns:p14="http://schemas.microsoft.com/office/powerpoint/2010/main" val="192532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089D8-F9DA-2FD2-354F-97AD8CA0C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797" y="685800"/>
            <a:ext cx="10018713" cy="87085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761C0E-DE06-5240-3639-75BA82325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955775"/>
              </p:ext>
            </p:extLst>
          </p:nvPr>
        </p:nvGraphicFramePr>
        <p:xfrm>
          <a:off x="1462539" y="2056311"/>
          <a:ext cx="10018713" cy="369347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39571">
                  <a:extLst>
                    <a:ext uri="{9D8B030D-6E8A-4147-A177-3AD203B41FA5}">
                      <a16:colId xmlns:a16="http://schemas.microsoft.com/office/drawing/2014/main" val="544611505"/>
                    </a:ext>
                  </a:extLst>
                </a:gridCol>
                <a:gridCol w="3339571">
                  <a:extLst>
                    <a:ext uri="{9D8B030D-6E8A-4147-A177-3AD203B41FA5}">
                      <a16:colId xmlns:a16="http://schemas.microsoft.com/office/drawing/2014/main" val="1792742747"/>
                    </a:ext>
                  </a:extLst>
                </a:gridCol>
                <a:gridCol w="3339571">
                  <a:extLst>
                    <a:ext uri="{9D8B030D-6E8A-4147-A177-3AD203B41FA5}">
                      <a16:colId xmlns:a16="http://schemas.microsoft.com/office/drawing/2014/main" val="448444643"/>
                    </a:ext>
                  </a:extLst>
                </a:gridCol>
              </a:tblGrid>
              <a:tr h="73043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842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Skills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technical skills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presentation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09675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Projects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Showcases project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understanding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6193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Menu for all sections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Smooth user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4431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and modern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Attractive appearance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565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Responsiveness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on all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accessibility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7104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Hosted on Netlify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and accessible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856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984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097B-E10C-D47C-1274-8F5E4501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786" y="876299"/>
            <a:ext cx="10018713" cy="68580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4AB197-F260-A926-8AC2-B23AA4AE09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58786" y="1562099"/>
            <a:ext cx="10108976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portfolio demonstrates an effective combination of design and functionality, ensuring a smooth user experience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 of a clean and responsive layout improves accessibility across multiple devices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presentation of content allows users to easily understand skills and project details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highlights the importance of personal branding in the digital era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Netlify ensures real-time accessibility and performance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further enhanced by integrating advanced features such as animations, backend support, or dynamic content.</a:t>
            </a:r>
          </a:p>
        </p:txBody>
      </p:sp>
    </p:spTree>
    <p:extLst>
      <p:ext uri="{BB962C8B-B14F-4D97-AF65-F5344CB8AC3E}">
        <p14:creationId xmlns:p14="http://schemas.microsoft.com/office/powerpoint/2010/main" val="3950454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BE5DE-AEA2-6481-343A-2D02FD638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316B29-3934-A224-442B-D4FF6A8363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478987"/>
            <a:ext cx="9379633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personal portfolio website to showcase skills and projects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clean and responsive user interface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Organizes information in a structured manner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easy navigation for users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Acts as a digital platform for professional visibility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future enhancements and updates </a:t>
            </a:r>
          </a:p>
        </p:txBody>
      </p:sp>
    </p:spTree>
    <p:extLst>
      <p:ext uri="{BB962C8B-B14F-4D97-AF65-F5344CB8AC3E}">
        <p14:creationId xmlns:p14="http://schemas.microsoft.com/office/powerpoint/2010/main" val="2060681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D461-56F9-A484-ED74-3FDD5442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3F9672-7F3C-823E-CD65-A71930B9A9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1928512"/>
            <a:ext cx="9891261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easily developed using HTML, CSS, and JavaScript with basic tools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cost as it uses free tools and hosting like Netlify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use and manage without complex maintenance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Feasibility: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developed within a short duration </a:t>
            </a:r>
          </a:p>
        </p:txBody>
      </p:sp>
    </p:spTree>
    <p:extLst>
      <p:ext uri="{BB962C8B-B14F-4D97-AF65-F5344CB8AC3E}">
        <p14:creationId xmlns:p14="http://schemas.microsoft.com/office/powerpoint/2010/main" val="1143494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AE15-1117-22A2-7A64-B60D8A566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099122F-E8EB-8B0D-703A-41484ED05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8250" y="1961002"/>
            <a:ext cx="3706603" cy="4100225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3A9014A6-E2B3-779F-962A-973C24DFE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343" y="1861500"/>
            <a:ext cx="6050907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Navigates through sections (Home, About, Skills, Projects, Contact)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Views personal details, skills, and project information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opens the portfolio website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Interacts with buttons (View Work, GitHub, Download CV)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Accesses contact information for communication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 flow ensures easy and efficient user experience </a:t>
            </a:r>
          </a:p>
        </p:txBody>
      </p:sp>
    </p:spTree>
    <p:extLst>
      <p:ext uri="{BB962C8B-B14F-4D97-AF65-F5344CB8AC3E}">
        <p14:creationId xmlns:p14="http://schemas.microsoft.com/office/powerpoint/2010/main" val="1158029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5EC2E-075B-7670-474D-0D62C584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AND TECHNIQUES USED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4303A4-E781-3CE9-89D5-D7AA9F383C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435206"/>
            <a:ext cx="7648697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structuring the website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styling and layout design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basic interactivity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 techniques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multi-device support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UI/UX design principles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user experience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section-based design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(Home, About, Projects, Contact)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using Netlify for hosting and accessibility </a:t>
            </a:r>
          </a:p>
        </p:txBody>
      </p:sp>
    </p:spTree>
    <p:extLst>
      <p:ext uri="{BB962C8B-B14F-4D97-AF65-F5344CB8AC3E}">
        <p14:creationId xmlns:p14="http://schemas.microsoft.com/office/powerpoint/2010/main" val="4145893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5F28-C96C-C563-8FB3-CA5AC642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IN PROJECT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78EA27-8B25-660E-5FDC-7BDE5E6877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563841"/>
            <a:ext cx="7437101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Started by planning the layout and overall structure of the portfolio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a simple and clean user interface for better experience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different sections like About, Skills, Projects, and Contact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my personal details, skills, and project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the website on different devices to ensure responsiveness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Made improvements based on testing and feedback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Finally deployed the portfolio successfully on Netlify </a:t>
            </a:r>
          </a:p>
        </p:txBody>
      </p:sp>
    </p:spTree>
    <p:extLst>
      <p:ext uri="{BB962C8B-B14F-4D97-AF65-F5344CB8AC3E}">
        <p14:creationId xmlns:p14="http://schemas.microsoft.com/office/powerpoint/2010/main" val="951525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E851-5F2C-D1B4-776C-6AE3C5585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619010-DFD3-9539-6B27-F7831B8D7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313" y="2016125"/>
            <a:ext cx="6537698" cy="3449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3F780D-A48B-4ACC-C3AF-A58A7B107229}"/>
              </a:ext>
            </a:extLst>
          </p:cNvPr>
          <p:cNvSpPr txBox="1"/>
          <p:nvPr/>
        </p:nvSpPr>
        <p:spPr>
          <a:xfrm>
            <a:off x="1451578" y="2112382"/>
            <a:ext cx="6017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219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E0DFCD-C5C8-6A83-BDDC-5275ACA6E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750" y="590825"/>
            <a:ext cx="5372558" cy="2387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0B7CEF-AE45-8303-98C7-7D4C718A0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92" y="3552272"/>
            <a:ext cx="5732444" cy="2361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1091E-A091-1B30-06B9-AA0FE1017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767" y="3552271"/>
            <a:ext cx="5453349" cy="23616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D609A9-FC46-1DF6-DA05-9E14FD2F1C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92" y="590825"/>
            <a:ext cx="5732444" cy="23616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3D6CB0-69F2-92F2-182A-A0CD4E0B5F08}"/>
              </a:ext>
            </a:extLst>
          </p:cNvPr>
          <p:cNvSpPr txBox="1"/>
          <p:nvPr/>
        </p:nvSpPr>
        <p:spPr>
          <a:xfrm>
            <a:off x="451692" y="195349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Section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CAAC02-1A97-3C01-602F-FCC002EA8DA8}"/>
              </a:ext>
            </a:extLst>
          </p:cNvPr>
          <p:cNvSpPr txBox="1"/>
          <p:nvPr/>
        </p:nvSpPr>
        <p:spPr>
          <a:xfrm>
            <a:off x="6286959" y="195349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0ABD84-3B4A-06AE-F56A-54EF0790803A}"/>
              </a:ext>
            </a:extLst>
          </p:cNvPr>
          <p:cNvSpPr txBox="1"/>
          <p:nvPr/>
        </p:nvSpPr>
        <p:spPr>
          <a:xfrm>
            <a:off x="451692" y="3067730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6848BF-F797-123C-8EA8-D9A24CAEF334}"/>
              </a:ext>
            </a:extLst>
          </p:cNvPr>
          <p:cNvSpPr txBox="1"/>
          <p:nvPr/>
        </p:nvSpPr>
        <p:spPr>
          <a:xfrm>
            <a:off x="6378767" y="3121063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Internship/Training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481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8AC17E-DA2F-9B9C-D8E3-DAF48043E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812" y="816995"/>
            <a:ext cx="4902506" cy="2710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D90772-4487-77D5-3C5C-1CFC2312B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73" y="816994"/>
            <a:ext cx="5427644" cy="2710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2C2295-9BB4-E06B-6E7E-4E24A912B039}"/>
              </a:ext>
            </a:extLst>
          </p:cNvPr>
          <p:cNvSpPr txBox="1"/>
          <p:nvPr/>
        </p:nvSpPr>
        <p:spPr>
          <a:xfrm>
            <a:off x="984173" y="261451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D1D8BE-0BB6-CFC5-37B9-7C5902853090}"/>
              </a:ext>
            </a:extLst>
          </p:cNvPr>
          <p:cNvSpPr txBox="1"/>
          <p:nvPr/>
        </p:nvSpPr>
        <p:spPr>
          <a:xfrm>
            <a:off x="6973678" y="261451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33344-C226-CF55-DB03-EE720393E19A}"/>
              </a:ext>
            </a:extLst>
          </p:cNvPr>
          <p:cNvSpPr txBox="1"/>
          <p:nvPr/>
        </p:nvSpPr>
        <p:spPr>
          <a:xfrm>
            <a:off x="984173" y="3944444"/>
            <a:ext cx="31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to visit: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CDD71-485F-2295-2747-205731CBDCEA}"/>
              </a:ext>
            </a:extLst>
          </p:cNvPr>
          <p:cNvSpPr txBox="1"/>
          <p:nvPr/>
        </p:nvSpPr>
        <p:spPr>
          <a:xfrm>
            <a:off x="984173" y="4313777"/>
            <a:ext cx="6529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 action="ppaction://hlinkfile"/>
              </a:rPr>
              <a:t>https://mypersonal01portfoilo.netlify.app/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425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8F2E-7861-E4D0-0692-6F860F66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1F8A7A-5811-ECD8-3FBF-AA50AE3E35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7352" y="1420623"/>
            <a:ext cx="9851727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helped me build a personal portfolio to present my work in a clear and organized manner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able to design a simple and responsive interface that works across different devices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improved my practical understanding of web development concepts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portfolio effectively reflects my skills, projects, and learning journey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it serves as a useful platform to present myself professionally and explore future opportunities </a:t>
            </a:r>
          </a:p>
        </p:txBody>
      </p:sp>
    </p:spTree>
    <p:extLst>
      <p:ext uri="{BB962C8B-B14F-4D97-AF65-F5344CB8AC3E}">
        <p14:creationId xmlns:p14="http://schemas.microsoft.com/office/powerpoint/2010/main" val="519879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6D191-1963-92CB-61ED-46C32C2E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B3714-3D04-DB7F-933F-CA8F2090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W3Schools – Used to learn basic web development concepts </a:t>
            </a:r>
          </a:p>
          <a:p>
            <a:r>
              <a:rPr lang="en-US" dirty="0"/>
              <a:t>MDN Web Docs – Referred for understanding detailed topics and examples </a:t>
            </a:r>
          </a:p>
          <a:p>
            <a:r>
              <a:rPr lang="en-US" dirty="0"/>
              <a:t>Google Developers – Helped in learning responsive design techniques </a:t>
            </a:r>
          </a:p>
          <a:p>
            <a:r>
              <a:rPr lang="en-US" dirty="0"/>
              <a:t>Stack Overflow – Used to clarify doubts and fix coding issues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55626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667</TotalTime>
  <Words>916</Words>
  <Application>Microsoft Office PowerPoint</Application>
  <PresentationFormat>Widescreen</PresentationFormat>
  <Paragraphs>152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Gill Sans MT</vt:lpstr>
      <vt:lpstr>Times New Roman</vt:lpstr>
      <vt:lpstr>Gallery</vt:lpstr>
      <vt:lpstr> </vt:lpstr>
      <vt:lpstr>ABSTRACT</vt:lpstr>
      <vt:lpstr>INTRODUCTION</vt:lpstr>
      <vt:lpstr>OBJECTIVE</vt:lpstr>
      <vt:lpstr>PROBLEM DEFINITION</vt:lpstr>
      <vt:lpstr>SCOPE</vt:lpstr>
      <vt:lpstr>Methodology  </vt:lpstr>
      <vt:lpstr>Experimental Setup</vt:lpstr>
      <vt:lpstr>RESULTS / FINDINGS </vt:lpstr>
      <vt:lpstr>Summary Table</vt:lpstr>
      <vt:lpstr>DISCUSSION</vt:lpstr>
      <vt:lpstr>Proposed System</vt:lpstr>
      <vt:lpstr>FEASIBILITY STUDY </vt:lpstr>
      <vt:lpstr>Workflow </vt:lpstr>
      <vt:lpstr>METHODS AND TECHNIQUES USED </vt:lpstr>
      <vt:lpstr>PROGRESS IN PROJECT </vt:lpstr>
      <vt:lpstr>Results </vt:lpstr>
      <vt:lpstr>PowerPoint Presentation</vt:lpstr>
      <vt:lpstr>PowerPoint Presentation</vt:lpstr>
      <vt:lpstr>Conclusion 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Ankitha Acharya</dc:creator>
  <cp:lastModifiedBy>Ankitha Acharya</cp:lastModifiedBy>
  <cp:revision>6</cp:revision>
  <dcterms:created xsi:type="dcterms:W3CDTF">2026-04-16T13:36:03Z</dcterms:created>
  <dcterms:modified xsi:type="dcterms:W3CDTF">2026-05-11T16:04:43Z</dcterms:modified>
</cp:coreProperties>
</file>